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</a:defRPr>
            </a:pPr>
            <a:r>
              <a:t>FastSSO</a:t>
            </a:r>
            <a:br/>
            <a:r>
              <a:t>Platform Guide</a:t>
            </a:r>
          </a:p>
          <a:p>
            <a:pPr>
              <a:defRPr sz="1800">
                <a:solidFill>
                  <a:srgbClr val="F97316"/>
                </a:solidFill>
              </a:defRPr>
            </a:pPr>
            <a:r>
              <a:t>2026-08-19  •  https://sso.fastsme.com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1BCCC"/>
                </a:solidFill>
              </a:defRPr>
            </a:pPr>
            <a:r>
              <a:t>FastSSO is an open-source, self-hostable **enterprise SSO integration broker**. An application integrates once through OpenID Connect (OIDC) or the small REST API, while each customer organization can bring a SAML 2.0 or OIDC identity provider.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One sign-on contract. Every customer’s identity provider.</a:t>
            </a:r>
          </a:p>
        </p:txBody>
      </p:sp>
      <p:pic>
        <p:nvPicPr>
          <p:cNvPr id="3" name="Picture 2" descr="01-one-sign-on-contract-every-customer-s-identity-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ENTERPRISE IDENTITY CONNECTIONS One sign-on contract. Every customer’s identity provider. FastSSO gives independent applications one standards-first OIDC boundary while each customer brings SAASPASS, Okta, Entra, Google Workspace, or another SAML/OIDC provider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https://sso.fastsme.com/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FastSSO</a:t>
            </a:r>
          </a:p>
        </p:txBody>
      </p:sp>
      <p:pic>
        <p:nvPicPr>
          <p:cNvPr id="3" name="Picture 2" descr="02-fast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Educational release. Live upstream authentication and SCIM mutations are disabled. The seeded connection is a clearly labelled mock used to exercise the downstream OIDC contract. Organizations ID Name Slug Domains Connections org_acme Acme Manufacturing acme 1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https://sso.fastsme.com/admin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FastSSO 0.1.0 OAS 3.1</a:t>
            </a:r>
          </a:p>
        </p:txBody>
      </p:sp>
      <p:pic>
        <p:nvPicPr>
          <p:cNvPr id="3" name="Picture 2" descr="03-fastsso-0-1-0-oas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System GET /health Health OIDC provider GET /.well-known/openid-configuration Discovery GET /.well-known/jwks.json Jwks GET /oauth2/authorize Authorize POST /oauth2/token Token GET /oauth2/userinfo Userinfo POST /oauth2/revoke Revoke Public API GET /api/v1/pro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https://sso.fastsme.com/docs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Connect SAASPASS to FastSSO.</a:t>
            </a:r>
          </a:p>
        </p:txBody>
      </p:sp>
      <p:pic>
        <p:nvPicPr>
          <p:cNvPr id="3" name="Picture 2" descr="04-connect-saaspass-to-fast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On this page Architecture decision Configuration Authentication flow Claim mapping Validation gates Lifecycle options Rollout plan Sources INTEGRATION GUIDE · REVIEWED 9 AUGUST 2026 Connect SAASPASS to FastSSO. The cleanest boundary is SAASPASS as the upstream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https://sso.fastsme.com/integrations/saaspass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